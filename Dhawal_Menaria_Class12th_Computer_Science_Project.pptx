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5" r:id="rId4"/>
    <p:sldId id="259" r:id="rId5"/>
    <p:sldId id="266" r:id="rId6"/>
    <p:sldId id="271" r:id="rId7"/>
    <p:sldId id="272" r:id="rId8"/>
    <p:sldId id="268" r:id="rId9"/>
    <p:sldId id="273" r:id="rId10"/>
    <p:sldId id="269" r:id="rId11"/>
    <p:sldId id="274" r:id="rId12"/>
    <p:sldId id="270" r:id="rId13"/>
    <p:sldId id="275" r:id="rId14"/>
    <p:sldId id="267" r:id="rId15"/>
    <p:sldId id="263" r:id="rId16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2300"/>
    <a:srgbClr val="E61D2A"/>
    <a:srgbClr val="F0534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434"/>
    <p:restoredTop sz="95794"/>
  </p:normalViewPr>
  <p:slideViewPr>
    <p:cSldViewPr snapToGrid="0">
      <p:cViewPr>
        <p:scale>
          <a:sx n="50" d="100"/>
          <a:sy n="50" d="100"/>
        </p:scale>
        <p:origin x="-324" y="-9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80957-6266-2842-9F4D-FECF82095732}" type="datetimeFigureOut">
              <a:rPr lang="x-none" smtClean="0"/>
              <a:pPr/>
              <a:t>12/2/2024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DB1BE-A9FB-2B46-965C-BB84268CC14D}" type="slidenum">
              <a:rPr lang="x-none" smtClean="0"/>
              <a:pPr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F0467C8-4BA0-B5D1-DC65-7F8C8E35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69" y="2132914"/>
            <a:ext cx="2677862" cy="259217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320656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xit" presetSubtype="3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9EF4EBD-1D27-6B04-9993-472E59082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63" y="1650683"/>
            <a:ext cx="4440788" cy="42986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29BE01E-2B29-5ACB-5954-057A7246B2C5}"/>
              </a:ext>
            </a:extLst>
          </p:cNvPr>
          <p:cNvSpPr txBox="1"/>
          <p:nvPr/>
        </p:nvSpPr>
        <p:spPr>
          <a:xfrm>
            <a:off x="3987801" y="816035"/>
            <a:ext cx="5156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760"/>
              </a:lnSpc>
            </a:pPr>
            <a:r>
              <a:rPr lang="en-GB" sz="4800" b="1" spc="300" dirty="0" smtClean="0">
                <a:solidFill>
                  <a:schemeClr val="bg1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A place where speech </a:t>
            </a:r>
          </a:p>
          <a:p>
            <a:pPr>
              <a:lnSpc>
                <a:spcPts val="4760"/>
              </a:lnSpc>
            </a:pPr>
            <a:r>
              <a:rPr lang="en-GB" sz="4800" b="1" spc="300" dirty="0" smtClean="0">
                <a:solidFill>
                  <a:schemeClr val="bg1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is free</a:t>
            </a:r>
            <a:endParaRPr lang="en-GB" sz="4800" b="1" spc="300" dirty="0">
              <a:solidFill>
                <a:schemeClr val="bg1">
                  <a:lumMod val="7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5825393E-F8D9-1A0F-B883-A684D3C7A1C4}"/>
              </a:ext>
            </a:extLst>
          </p:cNvPr>
          <p:cNvSpPr txBox="1"/>
          <p:nvPr/>
        </p:nvSpPr>
        <p:spPr>
          <a:xfrm>
            <a:off x="7485062" y="2551612"/>
            <a:ext cx="4097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  <a:latin typeface="Poppins Medium" pitchFamily="2" charset="77"/>
                <a:cs typeface="Poppins Medium" pitchFamily="2" charset="77"/>
              </a:rPr>
              <a:t>This is </a:t>
            </a:r>
            <a:r>
              <a:rPr lang="en-GB" dirty="0" err="1" smtClean="0">
                <a:solidFill>
                  <a:schemeClr val="bg1">
                    <a:lumMod val="75000"/>
                  </a:schemeClr>
                </a:solidFill>
                <a:latin typeface="Poppins Medium" pitchFamily="2" charset="77"/>
                <a:cs typeface="Poppins Medium" pitchFamily="2" charset="77"/>
              </a:rPr>
              <a:t>Dhawal</a:t>
            </a:r>
            <a:r>
              <a:rPr lang="en-GB" dirty="0" smtClean="0">
                <a:solidFill>
                  <a:schemeClr val="bg1">
                    <a:lumMod val="75000"/>
                  </a:schemeClr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GB" dirty="0" err="1" smtClean="0">
                <a:solidFill>
                  <a:schemeClr val="bg1">
                    <a:lumMod val="75000"/>
                  </a:schemeClr>
                </a:solidFill>
                <a:latin typeface="Poppins Medium" pitchFamily="2" charset="77"/>
                <a:cs typeface="Poppins Medium" pitchFamily="2" charset="77"/>
              </a:rPr>
              <a:t>Menaria</a:t>
            </a:r>
            <a:r>
              <a:rPr lang="en-GB" dirty="0" smtClean="0">
                <a:solidFill>
                  <a:schemeClr val="bg1">
                    <a:lumMod val="75000"/>
                  </a:schemeClr>
                </a:solidFill>
                <a:latin typeface="Poppins Medium" pitchFamily="2" charset="77"/>
                <a:cs typeface="Poppins Medium" pitchFamily="2" charset="77"/>
              </a:rPr>
              <a:t> and here is my class XII computer</a:t>
            </a:r>
          </a:p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  <a:latin typeface="Poppins Medium" pitchFamily="2" charset="77"/>
                <a:cs typeface="Poppins Medium" pitchFamily="2" charset="77"/>
              </a:rPr>
              <a:t>science project on social forum .</a:t>
            </a:r>
            <a:endParaRPr lang="en-GB" dirty="0" smtClean="0">
              <a:solidFill>
                <a:schemeClr val="bg1">
                  <a:lumMod val="75000"/>
                </a:schemeClr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13" name="Rounded Rectangle 12">
            <a:hlinkClick r:id="rId3" action="ppaction://hlinksldjump"/>
            <a:extLst>
              <a:ext uri="{FF2B5EF4-FFF2-40B4-BE49-F238E27FC236}">
                <a16:creationId xmlns="" xmlns:a16="http://schemas.microsoft.com/office/drawing/2014/main" id="{50A24DE4-8350-B97F-6437-B929DA686427}"/>
              </a:ext>
            </a:extLst>
          </p:cNvPr>
          <p:cNvSpPr/>
          <p:nvPr/>
        </p:nvSpPr>
        <p:spPr>
          <a:xfrm>
            <a:off x="7485062" y="5395186"/>
            <a:ext cx="2881746" cy="554182"/>
          </a:xfrm>
          <a:prstGeom prst="roundRect">
            <a:avLst>
              <a:gd name="adj" fmla="val 491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spc="300" dirty="0" smtClean="0">
                <a:latin typeface="Poppins" pitchFamily="2" charset="77"/>
                <a:cs typeface="Poppins" pitchFamily="2" charset="77"/>
              </a:rPr>
              <a:t>Lets dive in it</a:t>
            </a:r>
            <a:endParaRPr lang="x-none" sz="1500" b="1" spc="3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7" name="Content Placeholder 4">
            <a:extLst>
              <a:ext uri="{FF2B5EF4-FFF2-40B4-BE49-F238E27FC236}">
                <a16:creationId xmlns="" xmlns:a16="http://schemas.microsoft.com/office/drawing/2014/main" id="{F09B2A11-E552-7F7C-266B-9138666D2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7587" b="7587"/>
          <a:stretch/>
        </p:blipFill>
        <p:spPr>
          <a:xfrm>
            <a:off x="12192000" y="0"/>
            <a:ext cx="12192000" cy="6858000"/>
          </a:xfrm>
        </p:spPr>
      </p:pic>
    </p:spTree>
    <p:extLst>
      <p:ext uri="{BB962C8B-B14F-4D97-AF65-F5344CB8AC3E}">
        <p14:creationId xmlns="" xmlns:p14="http://schemas.microsoft.com/office/powerpoint/2010/main" val="12236596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1273904-8FD9-4543-30CF-BB027E6BE3AE}"/>
              </a:ext>
            </a:extLst>
          </p:cNvPr>
          <p:cNvSpPr txBox="1"/>
          <p:nvPr/>
        </p:nvSpPr>
        <p:spPr>
          <a:xfrm>
            <a:off x="1175590" y="1212849"/>
            <a:ext cx="5156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760"/>
              </a:lnSpc>
            </a:pPr>
            <a:r>
              <a:rPr lang="en-GB" sz="4800" b="1" spc="300" dirty="0" smtClean="0">
                <a:solidFill>
                  <a:schemeClr val="bg1">
                    <a:lumMod val="75000"/>
                  </a:schemeClr>
                </a:solidFill>
                <a:effectLst/>
                <a:latin typeface="Poppins" pitchFamily="2" charset="77"/>
                <a:cs typeface="Poppins" pitchFamily="2" charset="77"/>
              </a:rPr>
              <a:t>Social Forum Application</a:t>
            </a:r>
            <a:endParaRPr lang="en-GB" sz="4800" b="1" spc="300" dirty="0">
              <a:solidFill>
                <a:schemeClr val="bg1">
                  <a:lumMod val="75000"/>
                </a:schemeClr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709379C-F933-1BB6-54E1-F92B22A70DC6}"/>
              </a:ext>
            </a:extLst>
          </p:cNvPr>
          <p:cNvSpPr txBox="1"/>
          <p:nvPr/>
        </p:nvSpPr>
        <p:spPr>
          <a:xfrm>
            <a:off x="1175590" y="3042161"/>
            <a:ext cx="4920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latin typeface="Poppins Medium" pitchFamily="2" charset="77"/>
                <a:cs typeface="Poppins Medium" pitchFamily="2" charset="77"/>
              </a:rPr>
              <a:t>A Forum is a community where people can engage in conversations and exchange ideas, opinions, and suggestions.</a:t>
            </a:r>
            <a:endParaRPr lang="en-GB" sz="2400" dirty="0">
              <a:solidFill>
                <a:schemeClr val="bg1">
                  <a:lumMod val="75000"/>
                </a:schemeClr>
              </a:solidFill>
              <a:effectLst/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9" name="Rounded Rectangle 8">
            <a:hlinkClick r:id="rId2" action="ppaction://hlinksldjump"/>
            <a:extLst>
              <a:ext uri="{FF2B5EF4-FFF2-40B4-BE49-F238E27FC236}">
                <a16:creationId xmlns="" xmlns:a16="http://schemas.microsoft.com/office/drawing/2014/main" id="{F9F2B098-1528-8C2E-F814-54F037DC978A}"/>
              </a:ext>
            </a:extLst>
          </p:cNvPr>
          <p:cNvSpPr/>
          <p:nvPr/>
        </p:nvSpPr>
        <p:spPr>
          <a:xfrm>
            <a:off x="1175590" y="5086916"/>
            <a:ext cx="2881746" cy="554182"/>
          </a:xfrm>
          <a:prstGeom prst="roundRect">
            <a:avLst>
              <a:gd name="adj" fmla="val 491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200" b="1" spc="300" dirty="0">
                <a:latin typeface="Poppins" pitchFamily="2" charset="77"/>
                <a:cs typeface="Poppins" pitchFamily="2" charset="77"/>
              </a:rPr>
              <a:t>EXPLORE THE MAGIC</a:t>
            </a:r>
          </a:p>
        </p:txBody>
      </p:sp>
      <p:pic>
        <p:nvPicPr>
          <p:cNvPr id="1026" name="Picture 2" descr="C:\Users\DhawalMenaria\Downloads\logos_1441770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98385" y="261257"/>
            <a:ext cx="1828800" cy="1828800"/>
          </a:xfrm>
          <a:prstGeom prst="rect">
            <a:avLst/>
          </a:prstGeom>
          <a:noFill/>
        </p:spPr>
      </p:pic>
      <p:pic>
        <p:nvPicPr>
          <p:cNvPr id="1027" name="Picture 3" descr="C:\Users\DhawalMenaria\Downloads\reddit_353676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98385" y="4779133"/>
            <a:ext cx="1828800" cy="1828800"/>
          </a:xfrm>
          <a:prstGeom prst="rect">
            <a:avLst/>
          </a:prstGeom>
          <a:noFill/>
        </p:spPr>
      </p:pic>
      <p:pic>
        <p:nvPicPr>
          <p:cNvPr id="1028" name="Picture 4" descr="C:\Users\DhawalMenaria\Desktop\schoolprojects\computer science\Dhawal_Menaria_Computer_Science_Project_2024_25\images\logo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303904" y="2309483"/>
            <a:ext cx="2417763" cy="23399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22788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5486400" cy="548640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578930" y="2151728"/>
            <a:ext cx="37745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Splash 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Screen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18909" y="2639039"/>
            <a:ext cx="5486400" cy="1579922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39386" y="2151728"/>
            <a:ext cx="45244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Progress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Bar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000" y="1234440"/>
            <a:ext cx="5486400" cy="438912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578929" y="2151728"/>
            <a:ext cx="43344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Welcome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Screen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29880" y="1816925"/>
            <a:ext cx="6464458" cy="322415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39386" y="2151728"/>
            <a:ext cx="45244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Login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4102" y="1668483"/>
            <a:ext cx="6989646" cy="3521034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7721930" y="2189828"/>
            <a:ext cx="37745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Register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76900" y="1254093"/>
            <a:ext cx="5770418" cy="4349814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39386" y="2151728"/>
            <a:ext cx="45244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Home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63355"/>
            <a:ext cx="5486400" cy="4131289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578930" y="2151728"/>
            <a:ext cx="37745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Profile 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24261" y="1219200"/>
            <a:ext cx="5875696" cy="441960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39386" y="2151728"/>
            <a:ext cx="45244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Create Post 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1000" y="1370852"/>
            <a:ext cx="5486400" cy="4116295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578930" y="2151728"/>
            <a:ext cx="37745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Help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71763" y="1257300"/>
            <a:ext cx="5780692" cy="434340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39386" y="2151728"/>
            <a:ext cx="45244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People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hawalMenaria\Desktop\outputs\splash.pn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2900" y="1370106"/>
            <a:ext cx="5486400" cy="4117788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578930" y="2151728"/>
            <a:ext cx="37745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About</a:t>
            </a:r>
          </a:p>
          <a:p>
            <a:r>
              <a:rPr lang="en-US" sz="8000" dirty="0" smtClean="0">
                <a:solidFill>
                  <a:schemeClr val="bg1">
                    <a:lumMod val="50000"/>
                  </a:schemeClr>
                </a:solidFill>
                <a:latin typeface="Impact" pitchFamily="34" charset="0"/>
              </a:rPr>
              <a:t>Page</a:t>
            </a:r>
            <a:endParaRPr lang="en-US" sz="8000" dirty="0">
              <a:solidFill>
                <a:schemeClr val="bg1">
                  <a:lumMod val="50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175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C6BEBBA-BDFF-55E9-371E-C93D00359153}"/>
              </a:ext>
            </a:extLst>
          </p:cNvPr>
          <p:cNvSpPr/>
          <p:nvPr/>
        </p:nvSpPr>
        <p:spPr>
          <a:xfrm flipH="1">
            <a:off x="-300795" y="0"/>
            <a:ext cx="12492795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F0467C8-4BA0-B5D1-DC65-7F8C8E35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45453" y="2548647"/>
            <a:ext cx="6000299" cy="1216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9BF3ADF-73A7-B7A4-F411-3CF9E0B46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20157" y="969890"/>
            <a:ext cx="4452676" cy="50003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F590773-B6C9-1B4E-B93A-1090BC146F74}"/>
              </a:ext>
            </a:extLst>
          </p:cNvPr>
          <p:cNvSpPr/>
          <p:nvPr/>
        </p:nvSpPr>
        <p:spPr>
          <a:xfrm flipH="1">
            <a:off x="-606239" y="0"/>
            <a:ext cx="3054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3668822002"/>
      </p:ext>
    </p:extLst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76</Words>
  <Application>Microsoft Macintosh PowerPoint</Application>
  <PresentationFormat>Custom</PresentationFormat>
  <Paragraphs>28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Nudžejma</dc:creator>
  <cp:lastModifiedBy>DhawalMenaria</cp:lastModifiedBy>
  <cp:revision>13</cp:revision>
  <dcterms:created xsi:type="dcterms:W3CDTF">2023-06-02T10:20:29Z</dcterms:created>
  <dcterms:modified xsi:type="dcterms:W3CDTF">2024-12-02T01:03:55Z</dcterms:modified>
</cp:coreProperties>
</file>